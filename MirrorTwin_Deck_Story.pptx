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0E172A"/>
                </a:solidFill>
              </a:defRPr>
            </a:pPr>
            <a:r>
              <a:t>Mirror Twin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334155"/>
                </a:solidFill>
              </a:defRPr>
            </a:pPr>
            <a:r>
              <a:t>A future-you mirror that keeps your goals honest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8FAFC"/>
                </a:solidFill>
              </a:defRPr>
            </a:pPr>
            <a:r>
              <a:t>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E172A"/>
                </a:solidFill>
              </a:defRPr>
            </a:pPr>
            <a:r>
              <a:t>Why goals break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34155"/>
                </a:solidFill>
              </a:defRPr>
            </a:pPr>
            <a:r>
              <a:t>Motivation fades after week one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Tracking is scattered or forgotten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Generic advice doesn?t stick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8FAFC"/>
                </a:solidFill>
              </a:defRPr>
            </a:pPr>
            <a:r>
              <a:t>Insight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E172A"/>
                </a:solidFill>
              </a:defRPr>
            </a:pPr>
            <a:r>
              <a:t>What people actually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34155"/>
                </a:solidFill>
              </a:defRPr>
            </a:pPr>
            <a:r>
              <a:t>A consistent daily loop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Support that feels personal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Small wins that compound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8FAFC"/>
                </a:solidFill>
              </a:defRPr>
            </a:pPr>
            <a:r>
              <a:t>Solution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E172A"/>
                </a:solidFill>
              </a:defRPr>
            </a:pPr>
            <a:r>
              <a:t>Mirror Twin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34155"/>
                </a:solidFill>
              </a:defRPr>
            </a:pPr>
            <a:r>
              <a:t>Log in 60 seconds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Future?self replies with real push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Effort?based progress scoring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Stage?based strategy nudges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E172A"/>
                </a:solidFill>
              </a:defRPr>
            </a:pPr>
            <a:r>
              <a:t>Core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34155"/>
                </a:solidFill>
              </a:defRPr>
            </a:pPr>
            <a:r>
              <a:t>1) Setup goal + struggles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2) Daily micro?journal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3) Chat with future 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34155"/>
                </a:solidFill>
              </a:defRPr>
            </a:pPr>
            <a:r>
              <a:t>4) Progress evaluation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5) Daily motivation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6) Strategy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8FAFC"/>
                </a:solidFill>
              </a:defRPr>
            </a:pPr>
            <a:r>
              <a:t>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E172A"/>
                </a:solidFill>
              </a:defRPr>
            </a:pPr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34155"/>
                </a:solidFill>
              </a:defRPr>
            </a:pPr>
            <a:r>
              <a:t>Client app orchestrates agents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Gemini 2.5 Flash generates outputs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Opik tracks traces + evals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E172A"/>
                </a:solidFill>
              </a:defRPr>
            </a:pPr>
            <a:r>
              <a:t>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34155"/>
                </a:solidFill>
              </a:defRPr>
            </a:pPr>
            <a:r>
              <a:t>Orchestrator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Motivation Agent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Progress Evaluator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34155"/>
                </a:solidFill>
              </a:defRPr>
            </a:pPr>
            <a:r>
              <a:t>Strategy Agent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Chat Twin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8FAFC"/>
                </a:solidFill>
              </a:defRPr>
            </a:pPr>
            <a:r>
              <a:t>Safety + Quality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E172A"/>
                </a:solidFill>
              </a:defRPr>
            </a:pPr>
            <a:r>
              <a:t>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34155"/>
                </a:solidFill>
              </a:defRPr>
            </a:pPr>
            <a:r>
              <a:t>Tone control + response shaping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Safety filters for harmful input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Retries + graceful fallbacks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Privacy?first redaction in logs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8FAFC"/>
                </a:solidFill>
              </a:defRPr>
            </a:pPr>
            <a:r>
              <a:t>Impact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E172A"/>
                </a:solidFill>
              </a:defRPr>
            </a:pPr>
            <a:r>
              <a:t>User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34155"/>
                </a:solidFill>
              </a:defRPr>
            </a:pPr>
            <a:r>
              <a:t>Higher consistency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Less guilt, more momentum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Clear next steps every 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8FAFC"/>
                </a:solidFill>
              </a:defRPr>
            </a:pPr>
            <a:r>
              <a:t>Roadmap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E172A"/>
                </a:solidFill>
              </a:defRPr>
            </a:pPr>
            <a:r>
              <a:t>What?s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34155"/>
                </a:solidFill>
              </a:defRPr>
            </a:pPr>
            <a:r>
              <a:t>Server?side LLM routing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Opt?in long?term memory</a:t>
            </a:r>
          </a:p>
          <a:p>
            <a:pPr>
              <a:defRPr sz="2200">
                <a:solidFill>
                  <a:srgbClr val="334155"/>
                </a:solidFill>
              </a:defRPr>
            </a:pPr>
            <a:r>
              <a:t>Insights + habit 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E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8FAFC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