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F172A"/>
                </a:solidFill>
              </a:defRPr>
            </a:pPr>
            <a:r>
              <a:t>Mirror Twin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 future-you mirror that keeps your goals honest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Why Goals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Motivation fades after week one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Progress tracking is scattered or forgotten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Advice is generic and rarely personalized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The Idea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Mirror Twin in One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A journaling app that replies as your future self to keep you on track.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Daily micro-journaling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Your 'future self' responds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Lightweight streak +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Personalized strategies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Motivation tailored to your stage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Private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Product Walkthrough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1.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Name + resolution + current struggles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Instant personalized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2. Daily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Short entries, low effort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Progress delta scored on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3. Mirror Twin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Replies as your future self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Keeps tone supportive and grounded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4. Strategy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Stage-based actions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Built-in nudges for consistency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Client app + lightweight LLM middleware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Gemini for generation, Opik for eval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Privacy-first telemetry (redacted logs)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Guardrails +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Tone control + response shaping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Safety filters for harmful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Retries + timeouts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Graceful fallbacks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What Users Feel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More honest reflection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Less guilt, more momentum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A steady sense of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Server-side LLM routing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Memory personalization with opt-in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Habit analytics +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F172A"/>
                </a:solidFill>
              </a:defRPr>
            </a:pPr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Emotional resonance + accountability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Lightweight daily habit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Built with safety + privacy by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